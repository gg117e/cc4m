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3"/>
  </p:notesMasterIdLst>
  <p:sldIdLst>
    <p:sldId id="263" r:id="rId2"/>
  </p:sldIdLst>
  <p:sldSz cx="13320713" cy="3095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29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4" d="100"/>
          <a:sy n="74" d="100"/>
        </p:scale>
        <p:origin x="92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川俣 源(is0665sp)" userId="d795c7c2-71a1-4b37-a5cb-e79fd69cee2b" providerId="ADAL" clId="{12D53AA9-E63E-420B-958B-77F012CE637B}"/>
    <pc:docChg chg="delSld">
      <pc:chgData name="川俣 源(is0665sp)" userId="d795c7c2-71a1-4b37-a5cb-e79fd69cee2b" providerId="ADAL" clId="{12D53AA9-E63E-420B-958B-77F012CE637B}" dt="2026-05-30T02:26:36.683" v="0" actId="47"/>
      <pc:docMkLst>
        <pc:docMk/>
      </pc:docMkLst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3256295964" sldId="256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3226001817" sldId="257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803041895" sldId="258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685747332" sldId="259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1485337472" sldId="260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1214897093" sldId="261"/>
        </pc:sldMkLst>
      </pc:sldChg>
      <pc:sldChg chg="del">
        <pc:chgData name="川俣 源(is0665sp)" userId="d795c7c2-71a1-4b37-a5cb-e79fd69cee2b" providerId="ADAL" clId="{12D53AA9-E63E-420B-958B-77F012CE637B}" dt="2026-05-30T02:26:36.683" v="0" actId="47"/>
        <pc:sldMkLst>
          <pc:docMk/>
          <pc:sldMk cId="2188718954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749931-D20A-4574-8FA1-26AE8909C10B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3209925" y="1143000"/>
            <a:ext cx="13277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6FBA-B198-414C-AE8D-B715E221B2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5663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1pPr>
    <a:lvl2pPr marL="473659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2pPr>
    <a:lvl3pPr marL="947318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3pPr>
    <a:lvl4pPr marL="1420978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4pPr>
    <a:lvl5pPr marL="1894636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5pPr>
    <a:lvl6pPr marL="2368295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6pPr>
    <a:lvl7pPr marL="2841954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7pPr>
    <a:lvl8pPr marL="3315613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8pPr>
    <a:lvl9pPr marL="3789273" algn="l" defTabSz="947318" rtl="0" eaLnBrk="1" latinLnBrk="0" hangingPunct="1">
      <a:defRPr kumimoji="1" sz="124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00DD-28F6-423E-91F5-6A73EF10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D3029DC-CE57-49CC-33BA-D904B0E09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209925" y="1143000"/>
            <a:ext cx="13277850" cy="30861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F8C5654-2680-A521-9378-ECFB6110C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1AA299-6D2C-C6BE-85A4-EA316B2DD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6FBA-B198-414C-AE8D-B715E221B2B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08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5089" y="506622"/>
            <a:ext cx="9990535" cy="1077736"/>
          </a:xfrm>
        </p:spPr>
        <p:txBody>
          <a:bodyPr anchor="b"/>
          <a:lstStyle>
            <a:lvl1pPr algn="ctr">
              <a:defRPr sz="2708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1625920"/>
            <a:ext cx="9990535" cy="747393"/>
          </a:xfrm>
        </p:spPr>
        <p:txBody>
          <a:bodyPr/>
          <a:lstStyle>
            <a:lvl1pPr marL="0" indent="0" algn="ctr">
              <a:buNone/>
              <a:defRPr sz="1083"/>
            </a:lvl1pPr>
            <a:lvl2pPr marL="206380" indent="0" algn="ctr">
              <a:buNone/>
              <a:defRPr sz="903"/>
            </a:lvl2pPr>
            <a:lvl3pPr marL="412760" indent="0" algn="ctr">
              <a:buNone/>
              <a:defRPr sz="813"/>
            </a:lvl3pPr>
            <a:lvl4pPr marL="619140" indent="0" algn="ctr">
              <a:buNone/>
              <a:defRPr sz="722"/>
            </a:lvl4pPr>
            <a:lvl5pPr marL="825520" indent="0" algn="ctr">
              <a:buNone/>
              <a:defRPr sz="722"/>
            </a:lvl5pPr>
            <a:lvl6pPr marL="1031900" indent="0" algn="ctr">
              <a:buNone/>
              <a:defRPr sz="722"/>
            </a:lvl6pPr>
            <a:lvl7pPr marL="1238280" indent="0" algn="ctr">
              <a:buNone/>
              <a:defRPr sz="722"/>
            </a:lvl7pPr>
            <a:lvl8pPr marL="1444661" indent="0" algn="ctr">
              <a:buNone/>
              <a:defRPr sz="722"/>
            </a:lvl8pPr>
            <a:lvl9pPr marL="1651041" indent="0" algn="ctr">
              <a:buNone/>
              <a:defRPr sz="722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060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518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1" y="771757"/>
            <a:ext cx="11489115" cy="1287694"/>
          </a:xfrm>
        </p:spPr>
        <p:txBody>
          <a:bodyPr anchor="b"/>
          <a:lstStyle>
            <a:lvl1pPr>
              <a:defRPr sz="2708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1" y="2071633"/>
            <a:ext cx="11489115" cy="677168"/>
          </a:xfrm>
        </p:spPr>
        <p:txBody>
          <a:bodyPr/>
          <a:lstStyle>
            <a:lvl1pPr marL="0" indent="0">
              <a:buNone/>
              <a:defRPr sz="1083">
                <a:solidFill>
                  <a:schemeClr val="tx1">
                    <a:tint val="82000"/>
                  </a:schemeClr>
                </a:solidFill>
              </a:defRPr>
            </a:lvl1pPr>
            <a:lvl2pPr marL="206380" indent="0">
              <a:buNone/>
              <a:defRPr sz="903">
                <a:solidFill>
                  <a:schemeClr val="tx1">
                    <a:tint val="82000"/>
                  </a:schemeClr>
                </a:solidFill>
              </a:defRPr>
            </a:lvl2pPr>
            <a:lvl3pPr marL="412760" indent="0">
              <a:buNone/>
              <a:defRPr sz="813">
                <a:solidFill>
                  <a:schemeClr val="tx1">
                    <a:tint val="82000"/>
                  </a:schemeClr>
                </a:solidFill>
              </a:defRPr>
            </a:lvl3pPr>
            <a:lvl4pPr marL="619140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4pPr>
            <a:lvl5pPr marL="825520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5pPr>
            <a:lvl6pPr marL="1031900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6pPr>
            <a:lvl7pPr marL="1238280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7pPr>
            <a:lvl8pPr marL="1444661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8pPr>
            <a:lvl9pPr marL="1651041" indent="0">
              <a:buNone/>
              <a:defRPr sz="7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180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824067"/>
            <a:ext cx="5661303" cy="19641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824067"/>
            <a:ext cx="5661303" cy="19641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143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164814"/>
            <a:ext cx="11489115" cy="59834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5" y="758858"/>
            <a:ext cx="5635285" cy="371905"/>
          </a:xfrm>
        </p:spPr>
        <p:txBody>
          <a:bodyPr anchor="b"/>
          <a:lstStyle>
            <a:lvl1pPr marL="0" indent="0">
              <a:buNone/>
              <a:defRPr sz="1083" b="1"/>
            </a:lvl1pPr>
            <a:lvl2pPr marL="206380" indent="0">
              <a:buNone/>
              <a:defRPr sz="903" b="1"/>
            </a:lvl2pPr>
            <a:lvl3pPr marL="412760" indent="0">
              <a:buNone/>
              <a:defRPr sz="813" b="1"/>
            </a:lvl3pPr>
            <a:lvl4pPr marL="619140" indent="0">
              <a:buNone/>
              <a:defRPr sz="722" b="1"/>
            </a:lvl4pPr>
            <a:lvl5pPr marL="825520" indent="0">
              <a:buNone/>
              <a:defRPr sz="722" b="1"/>
            </a:lvl5pPr>
            <a:lvl6pPr marL="1031900" indent="0">
              <a:buNone/>
              <a:defRPr sz="722" b="1"/>
            </a:lvl6pPr>
            <a:lvl7pPr marL="1238280" indent="0">
              <a:buNone/>
              <a:defRPr sz="722" b="1"/>
            </a:lvl7pPr>
            <a:lvl8pPr marL="1444661" indent="0">
              <a:buNone/>
              <a:defRPr sz="722" b="1"/>
            </a:lvl8pPr>
            <a:lvl9pPr marL="1651041" indent="0">
              <a:buNone/>
              <a:defRPr sz="7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5" y="1130763"/>
            <a:ext cx="5635285" cy="16631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1" y="758858"/>
            <a:ext cx="5663038" cy="371905"/>
          </a:xfrm>
        </p:spPr>
        <p:txBody>
          <a:bodyPr anchor="b"/>
          <a:lstStyle>
            <a:lvl1pPr marL="0" indent="0">
              <a:buNone/>
              <a:defRPr sz="1083" b="1"/>
            </a:lvl1pPr>
            <a:lvl2pPr marL="206380" indent="0">
              <a:buNone/>
              <a:defRPr sz="903" b="1"/>
            </a:lvl2pPr>
            <a:lvl3pPr marL="412760" indent="0">
              <a:buNone/>
              <a:defRPr sz="813" b="1"/>
            </a:lvl3pPr>
            <a:lvl4pPr marL="619140" indent="0">
              <a:buNone/>
              <a:defRPr sz="722" b="1"/>
            </a:lvl4pPr>
            <a:lvl5pPr marL="825520" indent="0">
              <a:buNone/>
              <a:defRPr sz="722" b="1"/>
            </a:lvl5pPr>
            <a:lvl6pPr marL="1031900" indent="0">
              <a:buNone/>
              <a:defRPr sz="722" b="1"/>
            </a:lvl6pPr>
            <a:lvl7pPr marL="1238280" indent="0">
              <a:buNone/>
              <a:defRPr sz="722" b="1"/>
            </a:lvl7pPr>
            <a:lvl8pPr marL="1444661" indent="0">
              <a:buNone/>
              <a:defRPr sz="722" b="1"/>
            </a:lvl8pPr>
            <a:lvl9pPr marL="1651041" indent="0">
              <a:buNone/>
              <a:defRPr sz="7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1" y="1130763"/>
            <a:ext cx="5663038" cy="166318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24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15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898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206375"/>
            <a:ext cx="4296276" cy="722313"/>
          </a:xfrm>
        </p:spPr>
        <p:txBody>
          <a:bodyPr anchor="b"/>
          <a:lstStyle>
            <a:lvl1pPr>
              <a:defRPr sz="1444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445713"/>
            <a:ext cx="6743611" cy="2199900"/>
          </a:xfrm>
        </p:spPr>
        <p:txBody>
          <a:bodyPr/>
          <a:lstStyle>
            <a:lvl1pPr>
              <a:defRPr sz="1444"/>
            </a:lvl1pPr>
            <a:lvl2pPr>
              <a:defRPr sz="1264"/>
            </a:lvl2pPr>
            <a:lvl3pPr>
              <a:defRPr sz="1083"/>
            </a:lvl3pPr>
            <a:lvl4pPr>
              <a:defRPr sz="903"/>
            </a:lvl4pPr>
            <a:lvl5pPr>
              <a:defRPr sz="903"/>
            </a:lvl5pPr>
            <a:lvl6pPr>
              <a:defRPr sz="903"/>
            </a:lvl6pPr>
            <a:lvl7pPr>
              <a:defRPr sz="903"/>
            </a:lvl7pPr>
            <a:lvl8pPr>
              <a:defRPr sz="903"/>
            </a:lvl8pPr>
            <a:lvl9pPr>
              <a:defRPr sz="90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928688"/>
            <a:ext cx="4296276" cy="1720508"/>
          </a:xfrm>
        </p:spPr>
        <p:txBody>
          <a:bodyPr/>
          <a:lstStyle>
            <a:lvl1pPr marL="0" indent="0">
              <a:buNone/>
              <a:defRPr sz="722"/>
            </a:lvl1pPr>
            <a:lvl2pPr marL="206380" indent="0">
              <a:buNone/>
              <a:defRPr sz="632"/>
            </a:lvl2pPr>
            <a:lvl3pPr marL="412760" indent="0">
              <a:buNone/>
              <a:defRPr sz="542"/>
            </a:lvl3pPr>
            <a:lvl4pPr marL="619140" indent="0">
              <a:buNone/>
              <a:defRPr sz="451"/>
            </a:lvl4pPr>
            <a:lvl5pPr marL="825520" indent="0">
              <a:buNone/>
              <a:defRPr sz="451"/>
            </a:lvl5pPr>
            <a:lvl6pPr marL="1031900" indent="0">
              <a:buNone/>
              <a:defRPr sz="451"/>
            </a:lvl6pPr>
            <a:lvl7pPr marL="1238280" indent="0">
              <a:buNone/>
              <a:defRPr sz="451"/>
            </a:lvl7pPr>
            <a:lvl8pPr marL="1444661" indent="0">
              <a:buNone/>
              <a:defRPr sz="451"/>
            </a:lvl8pPr>
            <a:lvl9pPr marL="1651041" indent="0">
              <a:buNone/>
              <a:defRPr sz="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22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5" y="206375"/>
            <a:ext cx="4296276" cy="722313"/>
          </a:xfrm>
        </p:spPr>
        <p:txBody>
          <a:bodyPr anchor="b"/>
          <a:lstStyle>
            <a:lvl1pPr>
              <a:defRPr sz="1444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445713"/>
            <a:ext cx="6743611" cy="2199900"/>
          </a:xfrm>
        </p:spPr>
        <p:txBody>
          <a:bodyPr anchor="t"/>
          <a:lstStyle>
            <a:lvl1pPr marL="0" indent="0">
              <a:buNone/>
              <a:defRPr sz="1444"/>
            </a:lvl1pPr>
            <a:lvl2pPr marL="206380" indent="0">
              <a:buNone/>
              <a:defRPr sz="1264"/>
            </a:lvl2pPr>
            <a:lvl3pPr marL="412760" indent="0">
              <a:buNone/>
              <a:defRPr sz="1083"/>
            </a:lvl3pPr>
            <a:lvl4pPr marL="619140" indent="0">
              <a:buNone/>
              <a:defRPr sz="903"/>
            </a:lvl4pPr>
            <a:lvl5pPr marL="825520" indent="0">
              <a:buNone/>
              <a:defRPr sz="903"/>
            </a:lvl5pPr>
            <a:lvl6pPr marL="1031900" indent="0">
              <a:buNone/>
              <a:defRPr sz="903"/>
            </a:lvl6pPr>
            <a:lvl7pPr marL="1238280" indent="0">
              <a:buNone/>
              <a:defRPr sz="903"/>
            </a:lvl7pPr>
            <a:lvl8pPr marL="1444661" indent="0">
              <a:buNone/>
              <a:defRPr sz="903"/>
            </a:lvl8pPr>
            <a:lvl9pPr marL="1651041" indent="0">
              <a:buNone/>
              <a:defRPr sz="903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5" y="928688"/>
            <a:ext cx="4296276" cy="1720508"/>
          </a:xfrm>
        </p:spPr>
        <p:txBody>
          <a:bodyPr/>
          <a:lstStyle>
            <a:lvl1pPr marL="0" indent="0">
              <a:buNone/>
              <a:defRPr sz="722"/>
            </a:lvl1pPr>
            <a:lvl2pPr marL="206380" indent="0">
              <a:buNone/>
              <a:defRPr sz="632"/>
            </a:lvl2pPr>
            <a:lvl3pPr marL="412760" indent="0">
              <a:buNone/>
              <a:defRPr sz="542"/>
            </a:lvl3pPr>
            <a:lvl4pPr marL="619140" indent="0">
              <a:buNone/>
              <a:defRPr sz="451"/>
            </a:lvl4pPr>
            <a:lvl5pPr marL="825520" indent="0">
              <a:buNone/>
              <a:defRPr sz="451"/>
            </a:lvl5pPr>
            <a:lvl6pPr marL="1031900" indent="0">
              <a:buNone/>
              <a:defRPr sz="451"/>
            </a:lvl6pPr>
            <a:lvl7pPr marL="1238280" indent="0">
              <a:buNone/>
              <a:defRPr sz="451"/>
            </a:lvl7pPr>
            <a:lvl8pPr marL="1444661" indent="0">
              <a:buNone/>
              <a:defRPr sz="451"/>
            </a:lvl8pPr>
            <a:lvl9pPr marL="1651041" indent="0">
              <a:buNone/>
              <a:defRPr sz="45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50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320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5" y="164813"/>
            <a:ext cx="2872279" cy="262339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799" y="164813"/>
            <a:ext cx="8450327" cy="26233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0977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164814"/>
            <a:ext cx="11489115" cy="59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824067"/>
            <a:ext cx="11489115" cy="1964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2869186"/>
            <a:ext cx="2997160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1BEAA-19C3-4E8D-9D5A-6618C1BE79E1}" type="datetimeFigureOut">
              <a:rPr kumimoji="1" lang="ja-JP" altLang="en-US" smtClean="0"/>
              <a:t>2026/5/30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2869186"/>
            <a:ext cx="4495741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2869186"/>
            <a:ext cx="2997160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D3BFC-6E46-43C0-AE0B-6D9F712FE2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358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412760" rtl="0" eaLnBrk="1" latinLnBrk="0" hangingPunct="1">
        <a:lnSpc>
          <a:spcPct val="90000"/>
        </a:lnSpc>
        <a:spcBef>
          <a:spcPct val="0"/>
        </a:spcBef>
        <a:buNone/>
        <a:defRPr kumimoji="1" sz="1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190" indent="-103190" algn="l" defTabSz="412760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kumimoji="1" sz="1264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1083" kern="1200">
          <a:solidFill>
            <a:schemeClr val="tx1"/>
          </a:solidFill>
          <a:latin typeface="+mn-lt"/>
          <a:ea typeface="+mn-ea"/>
          <a:cs typeface="+mn-cs"/>
        </a:defRPr>
      </a:lvl2pPr>
      <a:lvl3pPr marL="515950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903" kern="1200">
          <a:solidFill>
            <a:schemeClr val="tx1"/>
          </a:solidFill>
          <a:latin typeface="+mn-lt"/>
          <a:ea typeface="+mn-ea"/>
          <a:cs typeface="+mn-cs"/>
        </a:defRPr>
      </a:lvl3pPr>
      <a:lvl4pPr marL="722330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4pPr>
      <a:lvl5pPr marL="928710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5pPr>
      <a:lvl6pPr marL="1135090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6pPr>
      <a:lvl7pPr marL="1341471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7pPr>
      <a:lvl8pPr marL="1547851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8pPr>
      <a:lvl9pPr marL="1754231" indent="-103190" algn="l" defTabSz="41276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1pPr>
      <a:lvl2pPr marL="20638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2pPr>
      <a:lvl3pPr marL="41276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3pPr>
      <a:lvl4pPr marL="61914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4pPr>
      <a:lvl5pPr marL="82552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5pPr>
      <a:lvl6pPr marL="103190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6pPr>
      <a:lvl7pPr marL="1238280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7pPr>
      <a:lvl8pPr marL="1444661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8pPr>
      <a:lvl9pPr marL="1651041" algn="l" defTabSz="412760" rtl="0" eaLnBrk="1" latinLnBrk="0" hangingPunct="1">
        <a:defRPr kumimoji="1" sz="8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B4E5-F729-079B-BC97-AF029110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DDDBB2C3-39FB-EF16-E4A2-C30FBA4352E5}"/>
              </a:ext>
            </a:extLst>
          </p:cNvPr>
          <p:cNvGrpSpPr/>
          <p:nvPr/>
        </p:nvGrpSpPr>
        <p:grpSpPr>
          <a:xfrm>
            <a:off x="3473130" y="965425"/>
            <a:ext cx="1329033" cy="1642655"/>
            <a:chOff x="3407482" y="1174150"/>
            <a:chExt cx="1221171" cy="1509339"/>
          </a:xfrm>
        </p:grpSpPr>
        <p:pic>
          <p:nvPicPr>
            <p:cNvPr id="24" name="グラフィックス 23">
              <a:extLst>
                <a:ext uri="{FF2B5EF4-FFF2-40B4-BE49-F238E27FC236}">
                  <a16:creationId xmlns:a16="http://schemas.microsoft.com/office/drawing/2014/main" id="{D3ABCAB6-1F3F-5E3F-6960-CE1D20E75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07482" y="1174150"/>
              <a:ext cx="1221171" cy="1221171"/>
            </a:xfrm>
            <a:prstGeom prst="rect">
              <a:avLst/>
            </a:prstGeom>
          </p:spPr>
        </p:pic>
        <p:sp>
          <p:nvSpPr>
            <p:cNvPr id="65" name="TextBox 10">
              <a:extLst>
                <a:ext uri="{FF2B5EF4-FFF2-40B4-BE49-F238E27FC236}">
                  <a16:creationId xmlns:a16="http://schemas.microsoft.com/office/drawing/2014/main" id="{CA2FB4F2-53AA-7BC6-19FD-494C92E736DA}"/>
                </a:ext>
              </a:extLst>
            </p:cNvPr>
            <p:cNvSpPr txBox="1"/>
            <p:nvPr/>
          </p:nvSpPr>
          <p:spPr>
            <a:xfrm>
              <a:off x="3437397" y="2243967"/>
              <a:ext cx="1166905" cy="4395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Language</a:t>
              </a:r>
              <a:b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Identification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</p:grp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1DF1D717-8F0C-91FD-EA09-D459CDC9568D}"/>
              </a:ext>
            </a:extLst>
          </p:cNvPr>
          <p:cNvGrpSpPr/>
          <p:nvPr/>
        </p:nvGrpSpPr>
        <p:grpSpPr>
          <a:xfrm>
            <a:off x="6947094" y="991847"/>
            <a:ext cx="1495165" cy="1624346"/>
            <a:chOff x="6357804" y="2398611"/>
            <a:chExt cx="1635861" cy="1777198"/>
          </a:xfrm>
        </p:grpSpPr>
        <p:pic>
          <p:nvPicPr>
            <p:cNvPr id="13" name="グラフィックス 12">
              <a:extLst>
                <a:ext uri="{FF2B5EF4-FFF2-40B4-BE49-F238E27FC236}">
                  <a16:creationId xmlns:a16="http://schemas.microsoft.com/office/drawing/2014/main" id="{C539DDA8-C65B-C869-6DBE-B738C59B42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39568" y="2398611"/>
              <a:ext cx="1454097" cy="1454097"/>
            </a:xfrm>
            <a:prstGeom prst="rect">
              <a:avLst/>
            </a:prstGeom>
          </p:spPr>
        </p:pic>
        <p:sp>
          <p:nvSpPr>
            <p:cNvPr id="60" name="TextBox 10">
              <a:extLst>
                <a:ext uri="{FF2B5EF4-FFF2-40B4-BE49-F238E27FC236}">
                  <a16:creationId xmlns:a16="http://schemas.microsoft.com/office/drawing/2014/main" id="{CDE2CE09-4826-9E69-8DAC-503C3FAEE099}"/>
                </a:ext>
              </a:extLst>
            </p:cNvPr>
            <p:cNvSpPr txBox="1"/>
            <p:nvPr/>
          </p:nvSpPr>
          <p:spPr>
            <a:xfrm>
              <a:off x="6357804" y="3646295"/>
              <a:ext cx="1626424" cy="52951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Code Clone</a:t>
              </a:r>
              <a:b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Detection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</p:grp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07C492ED-D737-F2B8-E9EC-8D3BFFF711D9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2813071" y="399079"/>
            <a:ext cx="2322551" cy="1247793"/>
          </a:xfrm>
          <a:prstGeom prst="bentConnector3">
            <a:avLst>
              <a:gd name="adj1" fmla="val 804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08BC988-8E97-D20D-3DD5-B7C76024EC7B}"/>
              </a:ext>
            </a:extLst>
          </p:cNvPr>
          <p:cNvGrpSpPr/>
          <p:nvPr/>
        </p:nvGrpSpPr>
        <p:grpSpPr>
          <a:xfrm>
            <a:off x="649542" y="1061521"/>
            <a:ext cx="1486540" cy="585511"/>
            <a:chOff x="1963125" y="2471069"/>
            <a:chExt cx="1626424" cy="640607"/>
          </a:xfrm>
        </p:grpSpPr>
        <p:sp>
          <p:nvSpPr>
            <p:cNvPr id="19" name="TextBox 10">
              <a:extLst>
                <a:ext uri="{FF2B5EF4-FFF2-40B4-BE49-F238E27FC236}">
                  <a16:creationId xmlns:a16="http://schemas.microsoft.com/office/drawing/2014/main" id="{4C8DD1DF-EC19-056E-859D-7A394C96874F}"/>
                </a:ext>
              </a:extLst>
            </p:cNvPr>
            <p:cNvSpPr txBox="1"/>
            <p:nvPr/>
          </p:nvSpPr>
          <p:spPr>
            <a:xfrm>
              <a:off x="1963125" y="2471069"/>
              <a:ext cx="1626424" cy="5295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br>
                <a:rPr lang="en-US" altLang="ja-JP" sz="1280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git clone</a:t>
              </a:r>
            </a:p>
          </p:txBody>
        </p:sp>
        <p:cxnSp>
          <p:nvCxnSpPr>
            <p:cNvPr id="32" name="直線矢印コネクタ 31">
              <a:extLst>
                <a:ext uri="{FF2B5EF4-FFF2-40B4-BE49-F238E27FC236}">
                  <a16:creationId xmlns:a16="http://schemas.microsoft.com/office/drawing/2014/main" id="{C3BEA2A7-7238-6EC9-8FC5-37387AFCBF64}"/>
                </a:ext>
              </a:extLst>
            </p:cNvPr>
            <p:cNvCxnSpPr>
              <a:cxnSpLocks/>
            </p:cNvCxnSpPr>
            <p:nvPr/>
          </p:nvCxnSpPr>
          <p:spPr>
            <a:xfrm>
              <a:off x="2388828" y="3111676"/>
              <a:ext cx="78653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F9386DF-562E-C656-511B-9C82735D39E9}"/>
              </a:ext>
            </a:extLst>
          </p:cNvPr>
          <p:cNvCxnSpPr>
            <a:cxnSpLocks/>
          </p:cNvCxnSpPr>
          <p:nvPr/>
        </p:nvCxnSpPr>
        <p:spPr>
          <a:xfrm>
            <a:off x="2763671" y="1647732"/>
            <a:ext cx="9449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10">
            <a:extLst>
              <a:ext uri="{FF2B5EF4-FFF2-40B4-BE49-F238E27FC236}">
                <a16:creationId xmlns:a16="http://schemas.microsoft.com/office/drawing/2014/main" id="{9DE774C4-FA26-3D34-4A4B-7306AF4D8B2A}"/>
              </a:ext>
            </a:extLst>
          </p:cNvPr>
          <p:cNvSpPr txBox="1"/>
          <p:nvPr/>
        </p:nvSpPr>
        <p:spPr>
          <a:xfrm>
            <a:off x="2878304" y="1158890"/>
            <a:ext cx="916765" cy="4839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280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rPr>
              <a:t>Source</a:t>
            </a:r>
            <a:br>
              <a:rPr lang="en-US" altLang="ja-JP" sz="1280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rPr>
            </a:br>
            <a:r>
              <a:rPr lang="en-US" altLang="ja-JP" sz="1280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rPr>
              <a:t>Files</a:t>
            </a:r>
          </a:p>
        </p:txBody>
      </p:sp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F78308AC-CF77-1BC9-1864-1E00E5DFBEAA}"/>
              </a:ext>
            </a:extLst>
          </p:cNvPr>
          <p:cNvCxnSpPr>
            <a:cxnSpLocks/>
          </p:cNvCxnSpPr>
          <p:nvPr/>
        </p:nvCxnSpPr>
        <p:spPr>
          <a:xfrm rot="5400000" flipH="1">
            <a:off x="4889187" y="-184982"/>
            <a:ext cx="196356" cy="5405991"/>
          </a:xfrm>
          <a:prstGeom prst="bentConnector3">
            <a:avLst>
              <a:gd name="adj1" fmla="val -126704"/>
            </a:avLst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10">
            <a:extLst>
              <a:ext uri="{FF2B5EF4-FFF2-40B4-BE49-F238E27FC236}">
                <a16:creationId xmlns:a16="http://schemas.microsoft.com/office/drawing/2014/main" id="{F2FDF7CF-C202-4094-AF06-FB723DA324E3}"/>
              </a:ext>
            </a:extLst>
          </p:cNvPr>
          <p:cNvSpPr txBox="1"/>
          <p:nvPr/>
        </p:nvSpPr>
        <p:spPr>
          <a:xfrm>
            <a:off x="4011080" y="2852537"/>
            <a:ext cx="2277475" cy="284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280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rPr>
              <a:t>Check out target commits</a:t>
            </a:r>
          </a:p>
        </p:txBody>
      </p: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D84F600E-8AE6-2F73-40D9-C72BC11CBA4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367735" y="399086"/>
            <a:ext cx="2798945" cy="1247791"/>
          </a:xfrm>
          <a:prstGeom prst="bentConnector3">
            <a:avLst>
              <a:gd name="adj1" fmla="val 7626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CFDD9880-4B03-7C66-180F-F8AD4820F028}"/>
              </a:ext>
            </a:extLst>
          </p:cNvPr>
          <p:cNvGrpSpPr/>
          <p:nvPr/>
        </p:nvGrpSpPr>
        <p:grpSpPr>
          <a:xfrm>
            <a:off x="11937917" y="930947"/>
            <a:ext cx="1486540" cy="1468722"/>
            <a:chOff x="12163580" y="2347615"/>
            <a:chExt cx="1626424" cy="1606929"/>
          </a:xfrm>
        </p:grpSpPr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278176A4-6AB5-9D4A-DCF7-674C9ED64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172433" y="2347615"/>
              <a:ext cx="1574164" cy="1574164"/>
            </a:xfrm>
            <a:prstGeom prst="rect">
              <a:avLst/>
            </a:prstGeom>
          </p:spPr>
        </p:pic>
        <p:sp>
          <p:nvSpPr>
            <p:cNvPr id="90" name="TextBox 10">
              <a:extLst>
                <a:ext uri="{FF2B5EF4-FFF2-40B4-BE49-F238E27FC236}">
                  <a16:creationId xmlns:a16="http://schemas.microsoft.com/office/drawing/2014/main" id="{EDD60693-6DD4-6F7F-0345-C84444A0DB2B}"/>
                </a:ext>
              </a:extLst>
            </p:cNvPr>
            <p:cNvSpPr txBox="1"/>
            <p:nvPr/>
          </p:nvSpPr>
          <p:spPr>
            <a:xfrm>
              <a:off x="12163580" y="3643622"/>
              <a:ext cx="1626424" cy="3109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Visualization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05EFE00-0EDB-10C6-8FA3-C1E5A9B08DF8}"/>
              </a:ext>
            </a:extLst>
          </p:cNvPr>
          <p:cNvGrpSpPr/>
          <p:nvPr/>
        </p:nvGrpSpPr>
        <p:grpSpPr>
          <a:xfrm>
            <a:off x="1541100" y="1228894"/>
            <a:ext cx="1486540" cy="1190944"/>
            <a:chOff x="2917334" y="2654207"/>
            <a:chExt cx="1626424" cy="1303011"/>
          </a:xfrm>
        </p:grpSpPr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9789D4E7-BF24-0EE3-6CC2-7FA792B8F246}"/>
                </a:ext>
              </a:extLst>
            </p:cNvPr>
            <p:cNvSpPr txBox="1"/>
            <p:nvPr/>
          </p:nvSpPr>
          <p:spPr>
            <a:xfrm>
              <a:off x="2917334" y="3646295"/>
              <a:ext cx="1626424" cy="3109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Git Repository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  <p:pic>
          <p:nvPicPr>
            <p:cNvPr id="91" name="グラフィックス 90">
              <a:extLst>
                <a:ext uri="{FF2B5EF4-FFF2-40B4-BE49-F238E27FC236}">
                  <a16:creationId xmlns:a16="http://schemas.microsoft.com/office/drawing/2014/main" id="{02FB5C55-0D5F-27EB-CCA0-8AB19E3C67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26646" y="2654207"/>
              <a:ext cx="937134" cy="937134"/>
            </a:xfrm>
            <a:prstGeom prst="rect">
              <a:avLst/>
            </a:prstGeom>
          </p:spPr>
        </p:pic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9E1BDA9E-DEB0-F128-2B7D-75DE7610F4C1}"/>
              </a:ext>
            </a:extLst>
          </p:cNvPr>
          <p:cNvGrpSpPr/>
          <p:nvPr/>
        </p:nvGrpSpPr>
        <p:grpSpPr>
          <a:xfrm>
            <a:off x="8245936" y="1646879"/>
            <a:ext cx="940832" cy="338271"/>
            <a:chOff x="8537869" y="3105349"/>
            <a:chExt cx="935788" cy="370101"/>
          </a:xfrm>
        </p:grpSpPr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883644D9-7988-0EB3-FE56-7E1CA2435A24}"/>
                </a:ext>
              </a:extLst>
            </p:cNvPr>
            <p:cNvCxnSpPr>
              <a:cxnSpLocks/>
            </p:cNvCxnSpPr>
            <p:nvPr/>
          </p:nvCxnSpPr>
          <p:spPr>
            <a:xfrm>
              <a:off x="8572716" y="3105349"/>
              <a:ext cx="88155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10">
              <a:extLst>
                <a:ext uri="{FF2B5EF4-FFF2-40B4-BE49-F238E27FC236}">
                  <a16:creationId xmlns:a16="http://schemas.microsoft.com/office/drawing/2014/main" id="{9E61A64C-789F-9B5C-9C61-75455198D8E3}"/>
                </a:ext>
              </a:extLst>
            </p:cNvPr>
            <p:cNvSpPr txBox="1"/>
            <p:nvPr/>
          </p:nvSpPr>
          <p:spPr>
            <a:xfrm>
              <a:off x="8537869" y="3164527"/>
              <a:ext cx="935788" cy="3109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JSON</a:t>
              </a:r>
            </a:p>
          </p:txBody>
        </p:sp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E5155CE2-721F-B738-96D9-0C304ACBB608}"/>
              </a:ext>
            </a:extLst>
          </p:cNvPr>
          <p:cNvGrpSpPr/>
          <p:nvPr/>
        </p:nvGrpSpPr>
        <p:grpSpPr>
          <a:xfrm>
            <a:off x="8407230" y="1072422"/>
            <a:ext cx="2639075" cy="1978642"/>
            <a:chOff x="7689324" y="2483005"/>
            <a:chExt cx="2887414" cy="2164832"/>
          </a:xfrm>
        </p:grpSpPr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B47E5FE9-7F59-2256-AA4B-4544A08D0A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66423" y="2483005"/>
              <a:ext cx="1334029" cy="1334029"/>
            </a:xfrm>
            <a:prstGeom prst="rect">
              <a:avLst/>
            </a:prstGeom>
          </p:spPr>
        </p:pic>
        <p:sp>
          <p:nvSpPr>
            <p:cNvPr id="79" name="TextBox 10">
              <a:extLst>
                <a:ext uri="{FF2B5EF4-FFF2-40B4-BE49-F238E27FC236}">
                  <a16:creationId xmlns:a16="http://schemas.microsoft.com/office/drawing/2014/main" id="{939B036A-5239-1838-A4BB-C587BE6A87B6}"/>
                </a:ext>
              </a:extLst>
            </p:cNvPr>
            <p:cNvSpPr txBox="1"/>
            <p:nvPr/>
          </p:nvSpPr>
          <p:spPr>
            <a:xfrm>
              <a:off x="8167219" y="3639928"/>
              <a:ext cx="1931625" cy="52951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Clone Pair</a:t>
              </a:r>
              <a:b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Classification</a:t>
              </a:r>
            </a:p>
          </p:txBody>
        </p:sp>
        <p:sp>
          <p:nvSpPr>
            <p:cNvPr id="104" name="テキスト ボックス 103">
              <a:extLst>
                <a:ext uri="{FF2B5EF4-FFF2-40B4-BE49-F238E27FC236}">
                  <a16:creationId xmlns:a16="http://schemas.microsoft.com/office/drawing/2014/main" id="{7E284E5F-5116-FC4A-FF80-0C488813CFF1}"/>
                </a:ext>
              </a:extLst>
            </p:cNvPr>
            <p:cNvSpPr txBox="1"/>
            <p:nvPr/>
          </p:nvSpPr>
          <p:spPr>
            <a:xfrm>
              <a:off x="7689324" y="4177105"/>
              <a:ext cx="2887414" cy="47073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ja-JP" sz="1098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Service Boundaries</a:t>
              </a:r>
              <a:br>
                <a:rPr lang="en-US" altLang="ja-JP" sz="1098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098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Co-modification, File Categories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624C6CE1-AC78-6972-8D64-5B08A5D5C6AD}"/>
              </a:ext>
            </a:extLst>
          </p:cNvPr>
          <p:cNvGrpSpPr/>
          <p:nvPr/>
        </p:nvGrpSpPr>
        <p:grpSpPr>
          <a:xfrm>
            <a:off x="4464469" y="-216977"/>
            <a:ext cx="2563461" cy="1369359"/>
            <a:chOff x="4264331" y="785462"/>
            <a:chExt cx="2804684" cy="1498216"/>
          </a:xfrm>
        </p:grpSpPr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A2860274-1D60-BF99-83FD-D88136CE89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8644" y="785462"/>
              <a:ext cx="1348055" cy="1348055"/>
            </a:xfrm>
            <a:prstGeom prst="rect">
              <a:avLst/>
            </a:prstGeom>
          </p:spPr>
        </p:pic>
        <p:sp>
          <p:nvSpPr>
            <p:cNvPr id="46" name="TextBox 10">
              <a:extLst>
                <a:ext uri="{FF2B5EF4-FFF2-40B4-BE49-F238E27FC236}">
                  <a16:creationId xmlns:a16="http://schemas.microsoft.com/office/drawing/2014/main" id="{7FE3DDAF-894F-3F43-51C0-D6427EEDACFA}"/>
                </a:ext>
              </a:extLst>
            </p:cNvPr>
            <p:cNvSpPr txBox="1"/>
            <p:nvPr/>
          </p:nvSpPr>
          <p:spPr>
            <a:xfrm>
              <a:off x="4264331" y="1972755"/>
              <a:ext cx="2804684" cy="3109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</a:rPr>
                <a:t>Microservice Identification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E49D37E1-1612-CD4F-7909-A39AC9174ED0}"/>
              </a:ext>
            </a:extLst>
          </p:cNvPr>
          <p:cNvGrpSpPr/>
          <p:nvPr/>
        </p:nvGrpSpPr>
        <p:grpSpPr>
          <a:xfrm>
            <a:off x="5060970" y="1176398"/>
            <a:ext cx="1650492" cy="1430149"/>
            <a:chOff x="5037114" y="1368007"/>
            <a:chExt cx="1516540" cy="1314080"/>
          </a:xfrm>
        </p:grpSpPr>
        <p:sp>
          <p:nvSpPr>
            <p:cNvPr id="58" name="TextBox 10">
              <a:extLst>
                <a:ext uri="{FF2B5EF4-FFF2-40B4-BE49-F238E27FC236}">
                  <a16:creationId xmlns:a16="http://schemas.microsoft.com/office/drawing/2014/main" id="{0D711D9A-D70C-FBF1-559A-9B5E74CC9AD5}"/>
                </a:ext>
              </a:extLst>
            </p:cNvPr>
            <p:cNvSpPr txBox="1"/>
            <p:nvPr/>
          </p:nvSpPr>
          <p:spPr>
            <a:xfrm>
              <a:off x="5037114" y="2242565"/>
              <a:ext cx="1516540" cy="43952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Import/package </a:t>
              </a:r>
              <a:b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Filtering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  <p:pic>
          <p:nvPicPr>
            <p:cNvPr id="22" name="グラフィックス 21" descr="完了 単色塗りつぶし">
              <a:extLst>
                <a:ext uri="{FF2B5EF4-FFF2-40B4-BE49-F238E27FC236}">
                  <a16:creationId xmlns:a16="http://schemas.microsoft.com/office/drawing/2014/main" id="{57432022-6AFB-DE20-107C-B32B32AC0C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342124" y="1368007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DF8DD2C6-E7B5-8B66-3096-3348D3810110}"/>
              </a:ext>
            </a:extLst>
          </p:cNvPr>
          <p:cNvGrpSpPr/>
          <p:nvPr/>
        </p:nvGrpSpPr>
        <p:grpSpPr>
          <a:xfrm>
            <a:off x="-51674" y="1200227"/>
            <a:ext cx="1158970" cy="1219616"/>
            <a:chOff x="2605109" y="5013877"/>
            <a:chExt cx="1268030" cy="1334382"/>
          </a:xfrm>
        </p:grpSpPr>
        <p:pic>
          <p:nvPicPr>
            <p:cNvPr id="33" name="グラフィックス 32">
              <a:extLst>
                <a:ext uri="{FF2B5EF4-FFF2-40B4-BE49-F238E27FC236}">
                  <a16:creationId xmlns:a16="http://schemas.microsoft.com/office/drawing/2014/main" id="{5ECEFAFF-A388-EA7D-F9DB-43418DBBEA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772399" y="5013877"/>
              <a:ext cx="933450" cy="914400"/>
            </a:xfrm>
            <a:prstGeom prst="rect">
              <a:avLst/>
            </a:prstGeom>
          </p:spPr>
        </p:pic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00898CA-2C48-4C57-2BE0-8B8FA540BD30}"/>
                </a:ext>
              </a:extLst>
            </p:cNvPr>
            <p:cNvSpPr txBox="1"/>
            <p:nvPr/>
          </p:nvSpPr>
          <p:spPr>
            <a:xfrm>
              <a:off x="2605109" y="6037336"/>
              <a:ext cx="1268030" cy="3109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GitHub</a:t>
              </a:r>
              <a:endParaRPr lang="ja-JP" altLang="en-US" sz="1280" b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endParaRPr>
            </a:p>
          </p:txBody>
        </p:sp>
      </p:grp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625611E9-0F8F-E1D6-3B24-4B3E570B000D}"/>
              </a:ext>
            </a:extLst>
          </p:cNvPr>
          <p:cNvCxnSpPr>
            <a:cxnSpLocks/>
          </p:cNvCxnSpPr>
          <p:nvPr/>
        </p:nvCxnSpPr>
        <p:spPr>
          <a:xfrm>
            <a:off x="4597988" y="1658720"/>
            <a:ext cx="7188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2A3910CF-B782-8B34-1D20-83D10B9AB66C}"/>
              </a:ext>
            </a:extLst>
          </p:cNvPr>
          <p:cNvCxnSpPr>
            <a:cxnSpLocks/>
          </p:cNvCxnSpPr>
          <p:nvPr/>
        </p:nvCxnSpPr>
        <p:spPr>
          <a:xfrm>
            <a:off x="6480049" y="1660428"/>
            <a:ext cx="7188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386E0A23-06FC-2335-19DD-4CBBFB6DE81B}"/>
              </a:ext>
            </a:extLst>
          </p:cNvPr>
          <p:cNvGrpSpPr/>
          <p:nvPr/>
        </p:nvGrpSpPr>
        <p:grpSpPr>
          <a:xfrm>
            <a:off x="10150698" y="1651883"/>
            <a:ext cx="1950828" cy="321414"/>
            <a:chOff x="10685241" y="1830749"/>
            <a:chExt cx="785888" cy="295329"/>
          </a:xfrm>
        </p:grpSpPr>
        <p:sp>
          <p:nvSpPr>
            <p:cNvPr id="99" name="TextBox 10">
              <a:extLst>
                <a:ext uri="{FF2B5EF4-FFF2-40B4-BE49-F238E27FC236}">
                  <a16:creationId xmlns:a16="http://schemas.microsoft.com/office/drawing/2014/main" id="{AE101D7B-72AA-B67D-508A-9D746A2E714C}"/>
                </a:ext>
              </a:extLst>
            </p:cNvPr>
            <p:cNvSpPr txBox="1"/>
            <p:nvPr/>
          </p:nvSpPr>
          <p:spPr>
            <a:xfrm>
              <a:off x="10685241" y="1864960"/>
              <a:ext cx="785888" cy="2611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CSV</a:t>
              </a:r>
            </a:p>
          </p:txBody>
        </p: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430199F5-3B46-4277-CF7E-634AFC4CD676}"/>
                </a:ext>
              </a:extLst>
            </p:cNvPr>
            <p:cNvCxnSpPr>
              <a:cxnSpLocks/>
            </p:cNvCxnSpPr>
            <p:nvPr/>
          </p:nvCxnSpPr>
          <p:spPr>
            <a:xfrm>
              <a:off x="10750781" y="1830749"/>
              <a:ext cx="66054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6BB64C03-2AA6-CDEB-BF78-DEB513CAA604}"/>
              </a:ext>
            </a:extLst>
          </p:cNvPr>
          <p:cNvGrpSpPr/>
          <p:nvPr/>
        </p:nvGrpSpPr>
        <p:grpSpPr>
          <a:xfrm>
            <a:off x="10208041" y="-18193"/>
            <a:ext cx="1790473" cy="1400101"/>
            <a:chOff x="9320745" y="107731"/>
            <a:chExt cx="1645161" cy="1286470"/>
          </a:xfrm>
        </p:grpSpPr>
        <p:pic>
          <p:nvPicPr>
            <p:cNvPr id="29" name="グラフィックス 28" descr="計算機 枠線">
              <a:extLst>
                <a:ext uri="{FF2B5EF4-FFF2-40B4-BE49-F238E27FC236}">
                  <a16:creationId xmlns:a16="http://schemas.microsoft.com/office/drawing/2014/main" id="{79E02C83-7751-4DFE-2DC4-4C9A44A897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13556" y="107731"/>
              <a:ext cx="859537" cy="859537"/>
            </a:xfrm>
            <a:prstGeom prst="rect">
              <a:avLst/>
            </a:prstGeom>
          </p:spPr>
        </p:pic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21D6AE6A-8C80-8CC3-6815-CE5FD74C6194}"/>
                </a:ext>
              </a:extLst>
            </p:cNvPr>
            <p:cNvSpPr txBox="1"/>
            <p:nvPr/>
          </p:nvSpPr>
          <p:spPr>
            <a:xfrm>
              <a:off x="9320745" y="949507"/>
              <a:ext cx="1645161" cy="44469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Clone Metrics</a:t>
              </a:r>
              <a:b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</a:br>
              <a:r>
                <a:rPr lang="en-US" altLang="ja-JP" sz="1280" b="1">
                  <a:latin typeface="Noto Sans JP" panose="020B0200000000000000" pitchFamily="50" charset="-128"/>
                  <a:ea typeface="Noto Sans JP" panose="020B0200000000000000" pitchFamily="50" charset="-128"/>
                  <a:cs typeface="Calibri"/>
                </a:rPr>
                <a:t>Computation</a:t>
              </a:r>
            </a:p>
          </p:txBody>
        </p:sp>
      </p:grp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861148D0-BAE9-9262-72E2-C92F07A93F1F}"/>
              </a:ext>
            </a:extLst>
          </p:cNvPr>
          <p:cNvCxnSpPr>
            <a:cxnSpLocks/>
          </p:cNvCxnSpPr>
          <p:nvPr/>
        </p:nvCxnSpPr>
        <p:spPr>
          <a:xfrm flipV="1">
            <a:off x="9934309" y="787033"/>
            <a:ext cx="495724" cy="4055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10">
            <a:extLst>
              <a:ext uri="{FF2B5EF4-FFF2-40B4-BE49-F238E27FC236}">
                <a16:creationId xmlns:a16="http://schemas.microsoft.com/office/drawing/2014/main" id="{89D53D7A-6C25-3F5B-9C97-1485DF7CB259}"/>
              </a:ext>
            </a:extLst>
          </p:cNvPr>
          <p:cNvSpPr txBox="1"/>
          <p:nvPr/>
        </p:nvSpPr>
        <p:spPr>
          <a:xfrm>
            <a:off x="3419775" y="101589"/>
            <a:ext cx="1413120" cy="2841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83575" tIns="41787" rIns="83575" bIns="41787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ja-JP" sz="1280" dirty="0" err="1"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</a:rPr>
              <a:t>DockerFiles</a:t>
            </a:r>
            <a:endParaRPr lang="en-US" altLang="ja-JP" sz="1280" dirty="0">
              <a:latin typeface="Noto Sans JP" panose="020B0200000000000000" pitchFamily="50" charset="-128"/>
              <a:ea typeface="Noto Sans JP" panose="020B0200000000000000" pitchFamily="50" charset="-128"/>
              <a:cs typeface="Calibri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CE820876-2936-7B8C-350A-053062A7DACD}"/>
              </a:ext>
            </a:extLst>
          </p:cNvPr>
          <p:cNvCxnSpPr>
            <a:cxnSpLocks/>
          </p:cNvCxnSpPr>
          <p:nvPr/>
        </p:nvCxnSpPr>
        <p:spPr>
          <a:xfrm>
            <a:off x="11707164" y="778415"/>
            <a:ext cx="507945" cy="3979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747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49438d-3606-490b-844f-c4e15e535fca}" enabled="0" method="" siteId="{a449438d-3606-490b-844f-c4e15e535fc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</Words>
  <Application>Microsoft Office PowerPoint</Application>
  <PresentationFormat>ユーザー設定</PresentationFormat>
  <Paragraphs>17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Noto Sans JP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川俣 源(is0665sp)</dc:creator>
  <cp:lastModifiedBy>川俣 源(is0665sp)</cp:lastModifiedBy>
  <cp:revision>1</cp:revision>
  <dcterms:created xsi:type="dcterms:W3CDTF">2026-04-29T06:45:09Z</dcterms:created>
  <dcterms:modified xsi:type="dcterms:W3CDTF">2026-05-30T02:26:45Z</dcterms:modified>
</cp:coreProperties>
</file>